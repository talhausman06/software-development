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442" r:id="rId5"/>
    <p:sldId id="443" r:id="rId6"/>
    <p:sldId id="444" r:id="rId7"/>
    <p:sldId id="445" r:id="rId8"/>
    <p:sldId id="446" r:id="rId9"/>
    <p:sldId id="447" r:id="rId10"/>
    <p:sldId id="448" r:id="rId11"/>
    <p:sldId id="449" r:id="rId12"/>
    <p:sldId id="450" r:id="rId13"/>
    <p:sldId id="451" r:id="rId14"/>
    <p:sldId id="452" r:id="rId15"/>
    <p:sldId id="454" r:id="rId16"/>
    <p:sldId id="45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CFC"/>
    <a:srgbClr val="09090C"/>
    <a:srgbClr val="FFFFFF"/>
    <a:srgbClr val="000000"/>
    <a:srgbClr val="9B8C69"/>
    <a:srgbClr val="79958B"/>
    <a:srgbClr val="476262"/>
    <a:srgbClr val="272D2B"/>
    <a:srgbClr val="647E6B"/>
    <a:srgbClr val="A2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41F0B-48C8-4C58-6C0D-5D491C957CE3}" v="301" dt="2026-01-28T15:31:14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8" autoAdjust="0"/>
    <p:restoredTop sz="94660"/>
  </p:normalViewPr>
  <p:slideViewPr>
    <p:cSldViewPr snapToGrid="0">
      <p:cViewPr>
        <p:scale>
          <a:sx n="100" d="100"/>
          <a:sy n="100" d="100"/>
        </p:scale>
        <p:origin x="77" y="29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90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18B6240-78DA-093E-542D-EA8232A522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1978-CD08-4DE4-0B35-D8E00EB982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042AC-E7EB-4533-80AB-C3850196CED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3651-3489-31BD-ED31-0609855FB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A6A1-1395-B89B-42E0-2208966D9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1E2F7-14E3-4821-A409-B7BC1E274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621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63BC9-3C98-4AB2-8802-02853E289FB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E5B5A-C175-4C17-879C-A25F50F47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2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6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712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71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35E5011-9B67-D528-E120-F5ABBF8FE5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25" r="1082" b="9618"/>
          <a:stretch>
            <a:fillRect/>
          </a:stretch>
        </p:blipFill>
        <p:spPr>
          <a:xfrm>
            <a:off x="-13716" y="0"/>
            <a:ext cx="12205716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9965342-2954-67DF-2693-F39C0B9F8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426598"/>
            <a:ext cx="9942409" cy="671387"/>
          </a:xfrm>
        </p:spPr>
        <p:txBody>
          <a:bodyPr/>
          <a:lstStyle>
            <a:lvl1pPr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FEB4B13F-216B-09EA-9E05-12FBA70B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3" y="1097985"/>
            <a:ext cx="3704199" cy="1035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8793" y="6357493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36185" y="6357493"/>
            <a:ext cx="225864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72F7A5-01BF-4366-9757-1F523CD5236A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57493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5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56372A1-E778-B10F-98CF-995841167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84" t="9400" r="1623" b="307"/>
          <a:stretch>
            <a:fillRect/>
          </a:stretch>
        </p:blipFill>
        <p:spPr>
          <a:xfrm>
            <a:off x="0" y="875"/>
            <a:ext cx="12192000" cy="685712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2650CC-89A0-A174-E856-05805DBC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356684"/>
            <a:ext cx="6346974" cy="2667527"/>
          </a:xfrm>
        </p:spPr>
        <p:txBody>
          <a:bodyPr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E66F2C5-A94C-40FD-0A7D-A7D69599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414" y="5266344"/>
            <a:ext cx="3291920" cy="98205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22117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22117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2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ed and purple light&#10;&#10;AI-generated content may be incorrect.">
            <a:extLst>
              <a:ext uri="{FF2B5EF4-FFF2-40B4-BE49-F238E27FC236}">
                <a16:creationId xmlns:a16="http://schemas.microsoft.com/office/drawing/2014/main" id="{34DC879D-8888-CA20-363B-ADD601ABDB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" t="34949" r="91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491" y="2122471"/>
            <a:ext cx="7348909" cy="167264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6399" y="2122470"/>
            <a:ext cx="2052235" cy="167264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2284" y="233990"/>
            <a:ext cx="257868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6573"/>
            <a:ext cx="15621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92309C-B050-4356-96E7-0276C1563BD7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00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6116429-CFD9-2016-C240-A97B232DE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1" t="2700" r="25757" b="19631"/>
          <a:stretch>
            <a:fillRect/>
          </a:stretch>
        </p:blipFill>
        <p:spPr>
          <a:xfrm rot="10800000" flipH="1">
            <a:off x="0" y="-1713"/>
            <a:ext cx="122057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93" y="2705100"/>
            <a:ext cx="11562393" cy="41529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15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3135" y="564350"/>
            <a:ext cx="3645744" cy="90586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9462" y="197680"/>
            <a:ext cx="256177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706100" y="209088"/>
            <a:ext cx="102298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FF4B2E-F868-48E9-9355-A1AA601AAA8B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03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AD7145-734D-256B-1335-1014B6A32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8952" cy="3429000"/>
          </a:xfrm>
          <a:gradFill>
            <a:gsLst>
              <a:gs pos="55000">
                <a:srgbClr val="000000">
                  <a:alpha val="53000"/>
                </a:srgbClr>
              </a:gs>
              <a:gs pos="87000">
                <a:srgbClr val="000000">
                  <a:alpha val="63922"/>
                </a:srgbClr>
              </a:gs>
              <a:gs pos="23000">
                <a:srgbClr val="000000">
                  <a:alpha val="0"/>
                </a:srgbClr>
              </a:gs>
            </a:gsLst>
            <a:lin ang="15900000" scaled="0"/>
          </a:gradFill>
        </p:spPr>
        <p:txBody>
          <a:bodyPr lIns="457200" tIns="685800" rIns="5029200" bIns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C312AD0-A2D2-0388-F1F0-E17A9F789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4192" y="-1"/>
            <a:ext cx="3740652" cy="3050627"/>
          </a:xfrm>
        </p:spPr>
        <p:txBody>
          <a:bodyPr vert="horz" lIns="594360" tIns="685800" rIns="320040" bIns="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10065" y="219456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288609" y="215988"/>
            <a:ext cx="555948" cy="3371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23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EDC0447-22FD-BF05-BC68-3FDEDEDFC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5323784" cy="6858000"/>
          </a:xfrm>
          <a:gradFill>
            <a:gsLst>
              <a:gs pos="41000">
                <a:srgbClr val="000000">
                  <a:alpha val="46000"/>
                </a:srgbClr>
              </a:gs>
              <a:gs pos="71000">
                <a:srgbClr val="000000">
                  <a:alpha val="58000"/>
                </a:srgbClr>
              </a:gs>
              <a:gs pos="100000">
                <a:srgbClr val="000000">
                  <a:alpha val="61000"/>
                </a:srgbClr>
              </a:gs>
              <a:gs pos="10000">
                <a:srgbClr val="000000">
                  <a:alpha val="0"/>
                </a:srgbClr>
              </a:gs>
            </a:gsLst>
            <a:lin ang="10800000" scaled="0"/>
          </a:gradFill>
        </p:spPr>
        <p:txBody>
          <a:bodyPr lIns="457200" tIns="1371600" rIns="822960" bIns="91440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1999F2-A538-F369-DF48-BB68DFFF8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099" y="6032498"/>
            <a:ext cx="4419599" cy="579757"/>
          </a:xfrm>
        </p:spPr>
        <p:txBody>
          <a:bodyPr vert="horz" lIns="91440" tIns="0" rIns="91440" bIns="0" rtlCol="0" anchor="t">
            <a:normAutofit/>
          </a:bodyPr>
          <a:lstStyle>
            <a:lvl1pPr marL="0" indent="0">
              <a:lnSpc>
                <a:spcPct val="120000"/>
              </a:lnSpc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9100" y="220344"/>
            <a:ext cx="25527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01100" y="213072"/>
            <a:ext cx="190500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5988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70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86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643" y="1114447"/>
            <a:ext cx="5442757" cy="292152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468" y="4993008"/>
            <a:ext cx="3972704" cy="124799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605" y="215057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5989" y="215057"/>
            <a:ext cx="15370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8EA85A9-CA9F-4339-89EF-28F09ED3FE86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909" y="215057"/>
            <a:ext cx="540412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8C1F583-2497-2836-36DF-2076DFFFBA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83830" y="1181100"/>
            <a:ext cx="4408170" cy="5701208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4425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12872" y="1115568"/>
            <a:ext cx="2960028" cy="36847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4423" y="5004262"/>
            <a:ext cx="2968477" cy="124413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59785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2872" y="219456"/>
            <a:ext cx="155032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904F51-6E72-42BA-AFA1-975939F2ADF3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3129" y="219456"/>
            <a:ext cx="539588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84B0817-C121-ACE0-AD00-44CE392417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81099"/>
            <a:ext cx="8367452" cy="5685213"/>
          </a:xfrm>
          <a:custGeom>
            <a:avLst/>
            <a:gdLst>
              <a:gd name="connsiteX0" fmla="*/ 0 w 6769976"/>
              <a:gd name="connsiteY0" fmla="*/ 0 h 5895164"/>
              <a:gd name="connsiteX1" fmla="*/ 6769976 w 6769976"/>
              <a:gd name="connsiteY1" fmla="*/ 0 h 5895164"/>
              <a:gd name="connsiteX2" fmla="*/ 6769976 w 6769976"/>
              <a:gd name="connsiteY2" fmla="*/ 5895164 h 5895164"/>
              <a:gd name="connsiteX3" fmla="*/ 0 w 6769976"/>
              <a:gd name="connsiteY3" fmla="*/ 5895164 h 58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9976" h="5895164">
                <a:moveTo>
                  <a:pt x="0" y="0"/>
                </a:moveTo>
                <a:lnTo>
                  <a:pt x="6769976" y="0"/>
                </a:lnTo>
                <a:lnTo>
                  <a:pt x="6769976" y="5895164"/>
                </a:lnTo>
                <a:lnTo>
                  <a:pt x="0" y="58951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30262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78C40B5-A026-132B-C915-2335F94E4A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866900" y="0"/>
            <a:ext cx="10325100" cy="465364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76903" y="6447496"/>
            <a:ext cx="214036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effectLst/>
              </a:defRPr>
            </a:lvl1pPr>
          </a:lstStyle>
          <a:p>
            <a:fld id="{096358FC-80A5-41A4-8D07-88F12E18DF82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02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513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pink and purple light&#10;&#10;AI-generated content may be incorrect.">
            <a:extLst>
              <a:ext uri="{FF2B5EF4-FFF2-40B4-BE49-F238E27FC236}">
                <a16:creationId xmlns:a16="http://schemas.microsoft.com/office/drawing/2014/main" id="{B984133B-2ACD-DC2E-DD48-CC86F40637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6416" y="219456"/>
            <a:ext cx="1494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343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1338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8AD56A61-7CC3-3597-02EB-CC5DE117DB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58" t="8959" r="915" b="25228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7" y="915709"/>
            <a:ext cx="11404534" cy="1604654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72400" y="2705100"/>
            <a:ext cx="4000500" cy="368202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8723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0317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A44554C-C893-3987-6CAA-1AE3D3275A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88" r="1" b="13701"/>
          <a:stretch>
            <a:fillRect/>
          </a:stretch>
        </p:blipFill>
        <p:spPr>
          <a:xfrm rot="5400000" flipV="1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762539"/>
            <a:ext cx="3987207" cy="2073091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1993" y="214858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034B68-E20D-4A56-8B99-0EF3081FA97A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1993" y="1762539"/>
            <a:ext cx="3482340" cy="207309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1"/>
                </a:solidFill>
              </a:defRPr>
            </a:lvl1pPr>
            <a:lvl2pPr marL="228600" indent="0">
              <a:buNone/>
              <a:defRPr lang="en-US" dirty="0">
                <a:solidFill>
                  <a:schemeClr val="tx1"/>
                </a:solidFill>
              </a:defRPr>
            </a:lvl2pPr>
            <a:lvl3pPr marL="457200" indent="0">
              <a:buNone/>
              <a:defRPr lang="en-US" dirty="0">
                <a:solidFill>
                  <a:schemeClr val="tx1"/>
                </a:solidFill>
              </a:defRPr>
            </a:lvl3pPr>
            <a:lvl4pPr marL="685800" indent="0">
              <a:buNone/>
              <a:defRPr lang="en-US" dirty="0">
                <a:solidFill>
                  <a:schemeClr val="tx1"/>
                </a:solidFill>
              </a:defRPr>
            </a:lvl4pPr>
            <a:lvl5pPr marL="914400" indent="0">
              <a:buNone/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0158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B193FB30-082C-50CD-EEC9-7D410FFB62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57" t="5088" r="86" b="21926"/>
          <a:stretch>
            <a:fillRect/>
          </a:stretch>
        </p:blipFill>
        <p:spPr>
          <a:xfrm flipH="1">
            <a:off x="0" y="0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4380" y="1276990"/>
            <a:ext cx="5385079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12904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904" y="2471736"/>
            <a:ext cx="5385079" cy="349312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8896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9351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A9C84165-A857-83C5-C6BE-C4EB68C906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59"/>
          <a:stretch>
            <a:fillRect/>
          </a:stretch>
        </p:blipFill>
        <p:spPr>
          <a:xfrm flipH="1">
            <a:off x="0" y="2040834"/>
            <a:ext cx="12192000" cy="4817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1946412"/>
            <a:ext cx="2971800" cy="3192118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2452852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8C06331-6E41-42DD-926E-C670E485C891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2980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38700" y="1946413"/>
            <a:ext cx="5189220" cy="319211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66498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66005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8" y="1828800"/>
            <a:ext cx="8496302" cy="1010093"/>
          </a:xfrm>
        </p:spPr>
        <p:txBody>
          <a:bodyPr anchor="b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30B0CD9-4253-4E22-9BCD-0DF67297DF8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866900" y="3168292"/>
            <a:ext cx="8496300" cy="262540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987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366716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57677" y="214858"/>
            <a:ext cx="1522740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57677" y="1126457"/>
            <a:ext cx="584842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249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26457"/>
            <a:ext cx="2920407" cy="288928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1811877" cy="338328"/>
          </a:xfrm>
        </p:spPr>
        <p:txBody>
          <a:bodyPr/>
          <a:lstStyle/>
          <a:p>
            <a:fld id="{81C379B3-3585-4FAF-BD63-57B9BB47E12C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258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55523" y="1126457"/>
            <a:ext cx="7503203" cy="51219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7625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4308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5467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15467" y="215823"/>
            <a:ext cx="189925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650" y="215823"/>
            <a:ext cx="538545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1181100"/>
            <a:ext cx="8356833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15467" y="3646713"/>
            <a:ext cx="2505264" cy="27286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289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5358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07995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7906" y="1115568"/>
            <a:ext cx="3608254" cy="138958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4791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7905" y="219456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90D2F5B-FA0B-4BE5-A43F-B1BC737359C6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63D2D48-CE58-FD80-93F7-B87C97B904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7336219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77904" y="2705100"/>
            <a:ext cx="3608255" cy="3733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99711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32533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115568"/>
            <a:ext cx="4643555" cy="16002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478874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399" y="208604"/>
            <a:ext cx="245079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3D817FD-3A47-446D-9853-4CD5CA57130C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4766" y="1181100"/>
            <a:ext cx="5352086" cy="2615648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67398" y="4055164"/>
            <a:ext cx="5449453" cy="219323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71343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82498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0860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3" y="1106780"/>
            <a:ext cx="8286147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49057" y="4159154"/>
            <a:ext cx="8742943" cy="2698845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8708538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1115568"/>
            <a:ext cx="2514599" cy="246373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5546"/>
            <a:ext cx="2514600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64832" y="208604"/>
            <a:ext cx="147386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E423F1-C154-447D-8038-21B94CB501EB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64834" y="1106780"/>
            <a:ext cx="8408066" cy="246373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4BFBD2-FAF6-BBCA-8426-AB0631D8CFC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4159154"/>
            <a:ext cx="12192000" cy="26988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101644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52135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02" y="1115568"/>
            <a:ext cx="6931698" cy="100283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154" y="216914"/>
            <a:ext cx="2703777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84825" y="216914"/>
            <a:ext cx="2338650" cy="338328"/>
          </a:xfrm>
        </p:spPr>
        <p:txBody>
          <a:bodyPr/>
          <a:lstStyle/>
          <a:p>
            <a:fld id="{CDFDD458-C945-484A-9891-FE9FDA97486D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010" y="216914"/>
            <a:ext cx="557090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1601" y="2133600"/>
            <a:ext cx="6931699" cy="4305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6075FF6-E149-1A82-B924-97E715A8DF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82262" y="1184555"/>
            <a:ext cx="4209738" cy="5673445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17433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496809" cy="30707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562100" cy="338328"/>
          </a:xfrm>
        </p:spPr>
        <p:txBody>
          <a:bodyPr/>
          <a:lstStyle/>
          <a:p>
            <a:fld id="{94725937-D428-4BAE-A05C-202DA13E49D5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9695" y="1193656"/>
            <a:ext cx="3962400" cy="5664344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23960" y="1122776"/>
            <a:ext cx="2717800" cy="53161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09260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2515758" cy="29464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399" y="214858"/>
            <a:ext cx="1718441" cy="338328"/>
          </a:xfrm>
        </p:spPr>
        <p:txBody>
          <a:bodyPr/>
          <a:lstStyle/>
          <a:p>
            <a:fld id="{709FB1D6-B85F-447E-8712-A80ECD75AAB1}" type="datetime1">
              <a:rPr lang="en-US" smtClean="0"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1696" y="214858"/>
            <a:ext cx="53852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798" y="1104900"/>
            <a:ext cx="3756213" cy="51435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AC86244-A1E7-A69F-206A-B47C58B746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43347" y="1181100"/>
            <a:ext cx="4348653" cy="5676899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7716763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37126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1">
              <a:rPr lang="en-US" smtClean="0"/>
              <a:t>1/28/2026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9375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407166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586A49A-95E2-7B45-57DD-762AFFF194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2" t="-1" r="2873" b="7130"/>
          <a:stretch>
            <a:fillRect/>
          </a:stretch>
        </p:blipFill>
        <p:spPr>
          <a:xfrm rot="10800000" flipH="1" flipV="1">
            <a:off x="0" y="-1"/>
            <a:ext cx="12192000" cy="68551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5144654"/>
            <a:ext cx="5435008" cy="129424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00000"/>
              </a:lnSpc>
              <a:defRPr lang="en-US" sz="2000" spc="-5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60BA8B-5FF3-49A6-9895-94F61A8CE576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3AAB847-04D8-7C24-A07E-65F280B26D5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4488" y="552450"/>
            <a:ext cx="11498262" cy="3937000"/>
          </a:xfrm>
        </p:spPr>
        <p:txBody>
          <a:bodyPr anchor="b"/>
          <a:lstStyle>
            <a:lvl1pPr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7671399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C39E5039-4CEB-24E7-A2E7-F7D46B2D8B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98"/>
            <a:ext cx="12223173" cy="68816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50697A7-9277-BB02-6AE2-42676133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802640"/>
            <a:ext cx="4000500" cy="1137920"/>
          </a:xfrm>
        </p:spPr>
        <p:txBody>
          <a:bodyPr/>
          <a:lstStyle>
            <a:lvl1pPr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DFA7E-E414-422B-ACFF-8C3D6A1A67FB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C871739-B2C5-FF57-BBD7-3F61A35A3F3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58775" y="2684463"/>
            <a:ext cx="11414125" cy="4411662"/>
          </a:xfrm>
        </p:spPr>
        <p:txBody>
          <a:bodyPr lIns="0" tIns="0" rIns="0" bIns="0" anchor="b"/>
          <a:lstStyle>
            <a:lvl1pPr>
              <a:lnSpc>
                <a:spcPct val="85000"/>
              </a:lnSpc>
              <a:defRPr sz="305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9976010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4800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red and purple light&#10;&#10;AI-generated content may be incorrect.">
            <a:extLst>
              <a:ext uri="{FF2B5EF4-FFF2-40B4-BE49-F238E27FC236}">
                <a16:creationId xmlns:a16="http://schemas.microsoft.com/office/drawing/2014/main" id="{2424DF04-0206-4859-9FB9-6A2579527E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8" t="38163" r="27927" b="10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219456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20200" y="219456"/>
            <a:ext cx="15227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B68620-47AE-4F32-A04B-1342501F877C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52800" y="1405719"/>
            <a:ext cx="7353300" cy="4012442"/>
          </a:xfrm>
        </p:spPr>
        <p:txBody>
          <a:bodyPr anchor="t">
            <a:normAutofit/>
          </a:bodyPr>
          <a:lstStyle>
            <a:lvl1pPr marL="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23627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06D2715B-CAEE-9AAB-7191-D98012435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5" r="1125" b="21235"/>
          <a:stretch>
            <a:fillRect/>
          </a:stretch>
        </p:blipFill>
        <p:spPr>
          <a:xfrm rot="10800000">
            <a:off x="0" y="875"/>
            <a:ext cx="12192000" cy="6857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38700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A8EBD6-625B-484B-BC25-3573CF53D407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38700" y="1740023"/>
            <a:ext cx="6310269" cy="4637725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28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24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57941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133600"/>
            <a:ext cx="9393641" cy="4305299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72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5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8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6026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57032959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027268CA-0348-F6FC-5FB0-87BADE436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2" r="20481"/>
          <a:stretch>
            <a:fillRect/>
          </a:stretch>
        </p:blipFill>
        <p:spPr>
          <a:xfrm rot="5400000" flipH="1">
            <a:off x="2667001" y="-2667001"/>
            <a:ext cx="6858000" cy="12192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92" y="5226427"/>
            <a:ext cx="8382001" cy="837861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CC6FE3-E805-41B1-96EC-B0B83218C881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2392" y="2017401"/>
            <a:ext cx="8368707" cy="2981163"/>
          </a:xfr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7570672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light on a black background&#10;&#10;AI-generated content may be incorrect.">
            <a:extLst>
              <a:ext uri="{FF2B5EF4-FFF2-40B4-BE49-F238E27FC236}">
                <a16:creationId xmlns:a16="http://schemas.microsoft.com/office/drawing/2014/main" id="{F0687863-E84B-D6E2-6049-AF65BB197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115568"/>
            <a:ext cx="12192000" cy="57424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982" y="5029200"/>
            <a:ext cx="8347118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400" b="0" cap="all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BB5726-A743-47D1-86E4-46BB349D0446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3982" y="1115568"/>
            <a:ext cx="8347118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9693105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object&#10;&#10;AI-generated content may be incorrect.">
            <a:extLst>
              <a:ext uri="{FF2B5EF4-FFF2-40B4-BE49-F238E27FC236}">
                <a16:creationId xmlns:a16="http://schemas.microsoft.com/office/drawing/2014/main" id="{52439AE8-E053-A902-BEE2-9CECF6AEA2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769" t="8943" r="104" b="13677"/>
          <a:stretch>
            <a:fillRect/>
          </a:stretch>
        </p:blipFill>
        <p:spPr>
          <a:xfrm>
            <a:off x="0" y="0"/>
            <a:ext cx="12192000" cy="685712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DFF10A2-0E03-73DB-5224-98043612F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791" y="5151120"/>
            <a:ext cx="5446609" cy="806517"/>
          </a:xfrm>
        </p:spPr>
        <p:txBody>
          <a:bodyPr anchor="ctr"/>
          <a:lstStyle>
            <a:lvl1pPr>
              <a:defRPr sz="140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F47579-571B-45A3-BDCA-E2964689F659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01541"/>
            <a:ext cx="7342632" cy="3397064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5000"/>
              </a:lnSpc>
              <a:spcBef>
                <a:spcPts val="0"/>
              </a:spcBef>
              <a:buFont typeface="Arial" panose="020B0604020202020204" pitchFamily="34" charset="0"/>
              <a:buNone/>
              <a:defRPr sz="43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758923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06436" y="4671787"/>
            <a:ext cx="7179129" cy="1028700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6E2CA6-CB6A-465C-BAA7-384FD497485D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06435" y="1623265"/>
            <a:ext cx="7179130" cy="3048522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30738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64235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9838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2946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3252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1115568"/>
            <a:ext cx="3363393" cy="13716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1495C13-5B9F-4AD1-A2E2-FB0B577AF6CA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393" y="2563585"/>
            <a:ext cx="3363393" cy="3684815"/>
          </a:xfrm>
        </p:spPr>
        <p:txBody>
          <a:bodyPr anchor="b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8700" y="1104900"/>
            <a:ext cx="6934200" cy="52012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400" dirty="0">
                <a:solidFill>
                  <a:schemeClr val="tx1"/>
                </a:solidFill>
              </a:defRPr>
            </a:lvl1pPr>
            <a:lvl2pPr>
              <a:defRPr lang="en-US" sz="1200" dirty="0">
                <a:solidFill>
                  <a:schemeClr val="tx1"/>
                </a:solidFill>
              </a:defRPr>
            </a:lvl2pPr>
            <a:lvl3pPr>
              <a:defRPr lang="en-US" sz="1200" dirty="0">
                <a:solidFill>
                  <a:schemeClr val="tx1"/>
                </a:solidFill>
              </a:defRPr>
            </a:lvl3pPr>
            <a:lvl4pP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2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98671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104901"/>
            <a:ext cx="2932434" cy="1600200"/>
          </a:xfrm>
        </p:spPr>
        <p:txBody>
          <a:bodyPr anchor="t">
            <a:normAutofit/>
          </a:bodyPr>
          <a:lstStyle>
            <a:lvl1pPr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01692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19456"/>
            <a:ext cx="142984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189146-EED2-4B95-95A3-EC3C7CBF180D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7593" y="216280"/>
            <a:ext cx="56063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6900" y="3345180"/>
            <a:ext cx="2620859" cy="309372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A723B90-4D46-48FC-60FC-714099462E4C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24129" y="1104900"/>
            <a:ext cx="7267870" cy="5753100"/>
          </a:xfrm>
          <a:custGeom>
            <a:avLst/>
            <a:gdLst>
              <a:gd name="connsiteX0" fmla="*/ 0 w 7353300"/>
              <a:gd name="connsiteY0" fmla="*/ 0 h 5901550"/>
              <a:gd name="connsiteX1" fmla="*/ 7353300 w 7353300"/>
              <a:gd name="connsiteY1" fmla="*/ 0 h 5901550"/>
              <a:gd name="connsiteX2" fmla="*/ 7353300 w 7353300"/>
              <a:gd name="connsiteY2" fmla="*/ 5901550 h 5901550"/>
              <a:gd name="connsiteX3" fmla="*/ 0 w 7353300"/>
              <a:gd name="connsiteY3" fmla="*/ 5901550 h 5901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53300" h="5901550">
                <a:moveTo>
                  <a:pt x="0" y="0"/>
                </a:moveTo>
                <a:lnTo>
                  <a:pt x="7353300" y="0"/>
                </a:lnTo>
                <a:lnTo>
                  <a:pt x="7353300" y="5901550"/>
                </a:lnTo>
                <a:lnTo>
                  <a:pt x="0" y="590155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475306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098259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203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1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59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2" r:id="rId2"/>
    <p:sldLayoutId id="2147483733" r:id="rId3"/>
    <p:sldLayoutId id="2147483657" r:id="rId4"/>
    <p:sldLayoutId id="2147483744" r:id="rId5"/>
    <p:sldLayoutId id="2147483658" r:id="rId6"/>
    <p:sldLayoutId id="2147483732" r:id="rId7"/>
    <p:sldLayoutId id="2147483741" r:id="rId8"/>
    <p:sldLayoutId id="2147483760" r:id="rId9"/>
    <p:sldLayoutId id="2147483745" r:id="rId10"/>
    <p:sldLayoutId id="2147483654" r:id="rId11"/>
    <p:sldLayoutId id="2147483759" r:id="rId12"/>
    <p:sldLayoutId id="2147483707" r:id="rId13"/>
    <p:sldLayoutId id="2147483659" r:id="rId14"/>
    <p:sldLayoutId id="2147483764" r:id="rId15"/>
    <p:sldLayoutId id="2147483660" r:id="rId16"/>
    <p:sldLayoutId id="2147483765" r:id="rId17"/>
    <p:sldLayoutId id="2147483661" r:id="rId18"/>
    <p:sldLayoutId id="2147483662" r:id="rId19"/>
    <p:sldLayoutId id="2147483742" r:id="rId20"/>
    <p:sldLayoutId id="2147483746" r:id="rId21"/>
    <p:sldLayoutId id="2147483664" r:id="rId22"/>
    <p:sldLayoutId id="2147483663" r:id="rId23"/>
    <p:sldLayoutId id="2147483743" r:id="rId24"/>
    <p:sldLayoutId id="2147483666" r:id="rId25"/>
    <p:sldLayoutId id="2147483769" r:id="rId26"/>
    <p:sldLayoutId id="2147483676" r:id="rId27"/>
    <p:sldLayoutId id="2147483758" r:id="rId28"/>
    <p:sldLayoutId id="2147483680" r:id="rId29"/>
    <p:sldLayoutId id="2147483734" r:id="rId30"/>
    <p:sldLayoutId id="2147483671" r:id="rId31"/>
    <p:sldLayoutId id="2147483751" r:id="rId32"/>
    <p:sldLayoutId id="2147483675" r:id="rId33"/>
    <p:sldLayoutId id="2147483703" r:id="rId34"/>
    <p:sldLayoutId id="2147483752" r:id="rId35"/>
    <p:sldLayoutId id="2147483737" r:id="rId36"/>
    <p:sldLayoutId id="2147483753" r:id="rId37"/>
    <p:sldLayoutId id="2147483674" r:id="rId38"/>
    <p:sldLayoutId id="2147483702" r:id="rId39"/>
    <p:sldLayoutId id="2147483670" r:id="rId40"/>
    <p:sldLayoutId id="2147483735" r:id="rId41"/>
    <p:sldLayoutId id="2147483669" r:id="rId42"/>
    <p:sldLayoutId id="2147483682" r:id="rId43"/>
    <p:sldLayoutId id="2147483719" r:id="rId44"/>
    <p:sldLayoutId id="2147483686" r:id="rId45"/>
    <p:sldLayoutId id="2147483720" r:id="rId46"/>
    <p:sldLayoutId id="2147483768" r:id="rId47"/>
    <p:sldLayoutId id="2147483710" r:id="rId48"/>
    <p:sldLayoutId id="2147483729" r:id="rId49"/>
    <p:sldLayoutId id="2147483730" r:id="rId50"/>
    <p:sldLayoutId id="2147483713" r:id="rId51"/>
    <p:sldLayoutId id="2147483693" r:id="rId52"/>
    <p:sldLayoutId id="2147483690" r:id="rId53"/>
    <p:sldLayoutId id="2147483726" r:id="rId54"/>
    <p:sldLayoutId id="2147483691" r:id="rId55"/>
    <p:sldLayoutId id="2147483694" r:id="rId56"/>
    <p:sldLayoutId id="2147483695" r:id="rId57"/>
    <p:sldLayoutId id="2147483696" r:id="rId58"/>
    <p:sldLayoutId id="2147483697" r:id="rId59"/>
    <p:sldLayoutId id="2147483698" r:id="rId60"/>
    <p:sldLayoutId id="2147483699" r:id="rId61"/>
    <p:sldLayoutId id="2147483700" r:id="rId62"/>
    <p:sldLayoutId id="2147483701" r:id="rId63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 userDrawn="1">
          <p15:clr>
            <a:srgbClr val="F26B43"/>
          </p15:clr>
        </p15:guide>
        <p15:guide id="4" orient="horz" pos="264" userDrawn="1">
          <p15:clr>
            <a:srgbClr val="F26B43"/>
          </p15:clr>
        </p15:guide>
        <p15:guide id="5" pos="7416" userDrawn="1">
          <p15:clr>
            <a:srgbClr val="F26B43"/>
          </p15:clr>
        </p15:guide>
        <p15:guide id="12" pos="4632" userDrawn="1">
          <p15:clr>
            <a:srgbClr val="F26B43"/>
          </p15:clr>
        </p15:guide>
        <p15:guide id="13" pos="5544" userDrawn="1">
          <p15:clr>
            <a:srgbClr val="F26B43"/>
          </p15:clr>
        </p15:guide>
        <p15:guide id="26" pos="2784" userDrawn="1">
          <p15:clr>
            <a:srgbClr val="F26B43"/>
          </p15:clr>
        </p15:guide>
        <p15:guide id="27" pos="3048" userDrawn="1">
          <p15:clr>
            <a:srgbClr val="F26B43"/>
          </p15:clr>
        </p15:guide>
        <p15:guide id="29" pos="3960" userDrawn="1">
          <p15:clr>
            <a:srgbClr val="F26B43"/>
          </p15:clr>
        </p15:guide>
        <p15:guide id="30" pos="1176" userDrawn="1">
          <p15:clr>
            <a:srgbClr val="F26B43"/>
          </p15:clr>
        </p15:guide>
        <p15:guide id="31" pos="912" userDrawn="1">
          <p15:clr>
            <a:srgbClr val="F26B43"/>
          </p15:clr>
        </p15:guide>
        <p15:guide id="32" pos="3696" userDrawn="1">
          <p15:clr>
            <a:srgbClr val="F26B43"/>
          </p15:clr>
        </p15:guide>
        <p15:guide id="33" pos="1848" userDrawn="1">
          <p15:clr>
            <a:srgbClr val="F26B43"/>
          </p15:clr>
        </p15:guide>
        <p15:guide id="34" pos="2112" userDrawn="1">
          <p15:clr>
            <a:srgbClr val="F26B43"/>
          </p15:clr>
        </p15:guide>
        <p15:guide id="36" pos="6528" userDrawn="1">
          <p15:clr>
            <a:srgbClr val="F26B43"/>
          </p15:clr>
        </p15:guide>
        <p15:guide id="37" pos="6744" userDrawn="1">
          <p15:clr>
            <a:srgbClr val="F26B43"/>
          </p15:clr>
        </p15:guide>
        <p15:guide id="42" orient="horz" pos="3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EA4D2C-4D5C-AC28-D8CC-859AFF9DB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903" y="4822407"/>
            <a:ext cx="6925432" cy="1351342"/>
          </a:xfrm>
        </p:spPr>
        <p:txBody>
          <a:bodyPr anchor="t">
            <a:normAutofit/>
          </a:bodyPr>
          <a:lstStyle/>
          <a:p>
            <a:r>
              <a:rPr lang="en-US" sz="3000"/>
              <a:t>Software Development </a:t>
            </a:r>
            <a:endParaRPr lang="en-US" sz="30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B102265-8990-D1BC-A9F2-66CA9D922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35224" y="4822406"/>
            <a:ext cx="2724238" cy="1351342"/>
          </a:xfrm>
        </p:spPr>
        <p:txBody>
          <a:bodyPr anchor="t">
            <a:normAutofit/>
          </a:bodyPr>
          <a:lstStyle/>
          <a:p>
            <a:r>
              <a:rPr lang="en-US"/>
              <a:t>Presented By: </a:t>
            </a:r>
            <a:br>
              <a:rPr lang="en-US"/>
            </a:br>
            <a:r>
              <a:rPr lang="en-US"/>
              <a:t> TALHA USMAN</a:t>
            </a:r>
            <a:br>
              <a:rPr lang="en-US"/>
            </a:br>
            <a:r>
              <a:rPr lang="en-US"/>
              <a:t> 419280</a:t>
            </a:r>
          </a:p>
        </p:txBody>
      </p:sp>
      <p:sp>
        <p:nvSpPr>
          <p:cNvPr id="14" name="Date Placeholder 5">
            <a:extLst>
              <a:ext uri="{FF2B5EF4-FFF2-40B4-BE49-F238E27FC236}">
                <a16:creationId xmlns:a16="http://schemas.microsoft.com/office/drawing/2014/main" id="{B780C0AF-4EF3-23B0-57F7-4AAAA0E5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224" y="6451888"/>
            <a:ext cx="1581238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096358FC-80A5-41A4-8D07-88F12E18DF82}" type="datetime1">
              <a:rPr lang="en-US" smtClean="0"/>
              <a:pPr>
                <a:spcAft>
                  <a:spcPts val="600"/>
                </a:spcAft>
              </a:pPr>
              <a:t>1/28/2026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362CF-5CE0-476A-DBD6-C8A0D85B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0357" y="6451888"/>
            <a:ext cx="457200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E274F5D-21DC-40EF-8DBA-AB9BB119E939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4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EC685-7C8F-6CB5-7AAF-FEC7DE5A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 1 - Introduction to Software Development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402B-985D-51A3-50EB-D6F57CC9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E93BE-7FF5-ADE5-5216-CC81BC85C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685D0-8D25-7906-C157-EE746703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Establishing the core basics of the programming environment.</a:t>
            </a:r>
          </a:p>
          <a:p>
            <a:r>
              <a:rPr lang="en-US" sz="2000" b="1" dirty="0">
                <a:ea typeface="+mn-lt"/>
                <a:cs typeface="+mn-lt"/>
              </a:rPr>
              <a:t>Unit 1 Content:</a:t>
            </a:r>
            <a:endParaRPr lang="en-US" sz="2000"/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Introduction to "Hello World" implementations.</a:t>
            </a:r>
            <a:endParaRPr lang="en-US" sz="2000"/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Basic print command execution.</a:t>
            </a:r>
            <a:endParaRPr lang="en-US" sz="2000"/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Completed and uploaded on 12/11/25.</a:t>
            </a:r>
            <a:endParaRPr lang="en-US" sz="20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161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DBC5-1D54-6D2D-8A3A-7F9A0BD0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188B-2085-6A60-BF8A-F8B6BA05C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 2 - Version Control &amp; Collaboration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AA0B1-5E67-AB50-5293-B2BD862D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9A91F-4C35-5B05-5215-42323A8F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3AF3B-D9F6-C495-DF97-D4ADACE4B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Understanding data storage in remote repositories.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Key Skills: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Setting up GitHub accounts.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Executing repository uploads and data management.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Knowledge milestone reached on 12/11/25.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82922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7C9C-2820-BF3D-25B8-AE7D0EFF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8E929-DC83-E301-5752-DC9ACE80C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 3 - Core Python Syntax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86F22-6B11-EBB5-9FC6-6456894A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0CEF1-A923-AB45-6DBD-BD5447F3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7FB02-4688-D671-F4E9-1342A1E75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Transitioning theoretical knowledge into code.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Implementation: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Applying basic commands within the local environment.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Successfully syncing local code with a remote GitHub repository.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Completed on 12/11/25.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689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48021-86F1-F5F8-8E42-7D51BBF52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33529-0259-ECFA-27C0-B93050C9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4 - Data Structures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08BFF-E6F6-DFB8-F229-DED63CDB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837C86-E568-87F9-6C3A-907227562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D20274-5802-DA2B-200C-A1103EA27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Data Types and Variables in Python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Concepts Covered: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Understanding different data types (Strings, Integers, etc.).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Effective variable declaration and management.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Organizing data flow within Python scripts.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38536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D6C57-3321-8232-94F2-73533D2A9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189C-0409-6752-CCB0-09CE9A86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5 - Python Libraries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5DA0D-BE76-56C3-1FEA-A4BFFD174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43F0A0-8D2E-38FD-DA88-B4B1FC22B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5C3CA-5A17-27D5-7676-9E336EABD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Enhancing functionality using existing Python modules.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Practical Application: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Implementation of the </a:t>
            </a:r>
            <a:r>
              <a:rPr lang="en-US" sz="2000" dirty="0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random</a:t>
            </a:r>
            <a:r>
              <a:rPr lang="en-US" sz="2000" dirty="0">
                <a:ea typeface="+mn-lt"/>
                <a:cs typeface="+mn-lt"/>
              </a:rPr>
              <a:t> library for dynamic data generation.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Understanding library documentation and integration.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Project milestone uploaded on 12/11/25.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60462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6869-818B-F677-E414-64C112A8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C0982-5661-E8EE-E337-FF7624E8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6 - Modular Programming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C289-C795-F83C-4D33-EAD40612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4A6C9-0470-8E47-AF19-FB961C23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CD990-0799-8100-EEB9-4BED6D627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Creating reusable code and managing collections.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Key Components: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Defining and calling custom functions.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Integrating functions to manipulate and manage data within lists.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Improving code efficiency through modularity.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37939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74817-05AB-4A7F-7B3D-D436F2A78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5EA73-E11E-2C5B-C343-546A693D2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7 - Control Flow and Logic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75C98-D56E-64C3-FE9A-69809BD1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C22B32-CD82-C642-77AE-B03D1DDA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1D8594-5B04-C7FB-F832-5A8DE82A2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Directing program logic through iteration and checks.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Technical Details: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Utilizing </a:t>
            </a:r>
            <a:r>
              <a:rPr lang="en-US" sz="2000" dirty="0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do while</a:t>
            </a:r>
            <a:r>
              <a:rPr lang="en-US" sz="2000" dirty="0">
                <a:highlight>
                  <a:srgbClr val="C0C0C0"/>
                </a:highlight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and standard loops.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Building menus with proper breaks and </a:t>
            </a:r>
            <a:r>
              <a:rPr lang="en-US" sz="2000" dirty="0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if-else</a:t>
            </a:r>
            <a:r>
              <a:rPr lang="en-US" sz="2000" dirty="0">
                <a:ea typeface="+mn-lt"/>
                <a:cs typeface="+mn-lt"/>
              </a:rPr>
              <a:t> validations.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Executed on 03/12/2025 using the </a:t>
            </a:r>
            <a:r>
              <a:rPr lang="en-US" sz="2000" dirty="0">
                <a:highlight>
                  <a:srgbClr val="C0C0C0"/>
                </a:highlight>
                <a:latin typeface="Consolas"/>
                <a:ea typeface="+mn-lt"/>
                <a:cs typeface="+mn-lt"/>
              </a:rPr>
              <a:t>random</a:t>
            </a:r>
            <a:r>
              <a:rPr lang="en-US" sz="2000" dirty="0">
                <a:ea typeface="+mn-lt"/>
                <a:cs typeface="+mn-lt"/>
              </a:rPr>
              <a:t> library.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19245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A60CF-8B80-6E73-F15C-55B024CA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EFF73-646D-3A15-39DD-CC254950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8 - Implementing Recursion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D63AC-FE15-BF6C-92ED-98B883292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09B09-56AF-3017-0FE1-65F1B6DC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92F679-D03B-45D3-55AF-6986BCF8D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Solving complex problems through self-referencing functions.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Practical Examples: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Generating the Fibonacci sequence using recursive calls.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Calculating factorials through recursion.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8782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855CD-CCC8-8F62-2C88-772515B6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F66C-9F95-BE86-1C5E-E93D9C8A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9 - Implementing Recursion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B908F-7115-37E0-AC67-2CA2B42A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8A31B-8E5E-0848-0F70-EF6F3028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7A271-ED90-A565-2BF3-A716B080C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Bridging the gap between raw code and user interaction.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Outcome: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Designing a Graphical User Interface (GUI) within the command line environment.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Enhancing user experience for console-based applications.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08633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DD37-8650-3DD7-2257-B45CD127A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A1F3-A709-77EA-4BB0-E4A213C4B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9 - Implementing Recursion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96655-6148-0078-3912-9E87874F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F16F9-A1F8-CE70-CCE0-2389113D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20465-4662-D98A-FF66-593ACDAA8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ea typeface="+mn-lt"/>
                <a:cs typeface="+mn-lt"/>
              </a:rPr>
              <a:t>Bridging the gap between raw code and user interaction.</a:t>
            </a:r>
            <a:endParaRPr lang="en-US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Outcome:</a:t>
            </a:r>
            <a:endParaRPr lang="en-US" dirty="0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Designing a Graphical User Interface (GUI) within the command line environment.</a:t>
            </a:r>
            <a:endParaRPr lang="en-US">
              <a:ea typeface="+mn-lt"/>
              <a:cs typeface="+mn-lt"/>
            </a:endParaRPr>
          </a:p>
          <a:p>
            <a:pPr marL="514350" lvl="1" indent="-285750">
              <a:buFont typeface="Courier New"/>
              <a:buChar char="o"/>
            </a:pPr>
            <a:r>
              <a:rPr lang="en-US" sz="2000" dirty="0">
                <a:ea typeface="+mn-lt"/>
                <a:cs typeface="+mn-lt"/>
              </a:rPr>
              <a:t>Enhancing user experience for console-based applications.</a:t>
            </a:r>
            <a:endParaRPr lang="en-US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12416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CADF7-8BF0-1C2C-E4C1-B2F5448C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0501-BEB9-5910-DECF-154D8299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Week  10 – SDLC analysis of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4BB80-CBF7-40CF-36D8-CF9522C0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68F27-5118-E463-C019-0781F034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B7197-E447-8644-CFCA-B0D7E9EE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b="1" dirty="0">
                <a:latin typeface="Calibri"/>
                <a:ea typeface="Calibri"/>
                <a:cs typeface="Calibri"/>
              </a:rPr>
              <a:t>Implementation Process:</a:t>
            </a:r>
          </a:p>
          <a:p>
            <a:pPr marL="285750" indent="-285750">
              <a:buChar char="•"/>
            </a:pPr>
            <a:r>
              <a:rPr lang="en-GB" sz="1800" b="1" u="sng" dirty="0">
                <a:latin typeface="Calibri"/>
                <a:ea typeface="Calibri"/>
                <a:cs typeface="Calibri"/>
              </a:rPr>
              <a:t>Define User Needs</a:t>
            </a:r>
            <a:r>
              <a:rPr lang="en-GB" sz="1800" b="1" dirty="0">
                <a:latin typeface="Calibri"/>
                <a:ea typeface="Calibri"/>
                <a:cs typeface="Calibri"/>
              </a:rPr>
              <a:t>: </a:t>
            </a:r>
            <a:r>
              <a:rPr lang="en-GB" sz="1800" dirty="0">
                <a:latin typeface="Calibri"/>
                <a:ea typeface="Calibri"/>
                <a:cs typeface="Calibri"/>
              </a:rPr>
              <a:t>Identify verified manufacturers in that region and connect them with a low-cost shipping system. We have to make a seller friendly GUI interface that does not confuse the sellers.</a:t>
            </a:r>
          </a:p>
          <a:p>
            <a:pPr marL="285750" indent="-285750">
              <a:buChar char="•"/>
            </a:pPr>
            <a:r>
              <a:rPr lang="en-GB" sz="1800" b="1" u="sng" dirty="0">
                <a:latin typeface="Calibri"/>
                <a:ea typeface="Calibri"/>
                <a:cs typeface="Calibri"/>
              </a:rPr>
              <a:t>Select Tools</a:t>
            </a:r>
            <a:r>
              <a:rPr lang="en-GB" sz="1800" b="1" dirty="0">
                <a:latin typeface="Calibri"/>
                <a:ea typeface="Calibri"/>
                <a:cs typeface="Calibri"/>
              </a:rPr>
              <a:t>: </a:t>
            </a:r>
            <a:r>
              <a:rPr lang="en-GB" sz="1800" dirty="0">
                <a:latin typeface="Calibri"/>
                <a:ea typeface="Calibri"/>
                <a:cs typeface="Calibri"/>
              </a:rPr>
              <a:t>Use library like </a:t>
            </a:r>
            <a:r>
              <a:rPr lang="en-GB" sz="1800" err="1">
                <a:latin typeface="Calibri"/>
                <a:ea typeface="Calibri"/>
                <a:cs typeface="Calibri"/>
              </a:rPr>
              <a:t>Tkinter</a:t>
            </a:r>
            <a:r>
              <a:rPr lang="en-GB" sz="1800" dirty="0">
                <a:latin typeface="Calibri"/>
                <a:ea typeface="Calibri"/>
                <a:cs typeface="Calibri"/>
              </a:rPr>
              <a:t>, to implement GUI using python for cross-platform applications.</a:t>
            </a:r>
          </a:p>
          <a:p>
            <a:pPr marL="285750" indent="-285750">
              <a:buChar char="•"/>
            </a:pPr>
            <a:r>
              <a:rPr lang="en-GB" sz="1800" b="1" u="sng" dirty="0">
                <a:latin typeface="Calibri"/>
                <a:ea typeface="Calibri"/>
                <a:cs typeface="Calibri"/>
              </a:rPr>
              <a:t>Design</a:t>
            </a:r>
            <a:r>
              <a:rPr lang="en-GB" sz="1800" b="1" dirty="0">
                <a:latin typeface="Calibri"/>
                <a:ea typeface="Calibri"/>
                <a:cs typeface="Calibri"/>
              </a:rPr>
              <a:t>: </a:t>
            </a:r>
            <a:r>
              <a:rPr lang="en-GB" sz="1800" dirty="0">
                <a:latin typeface="Calibri"/>
                <a:ea typeface="Calibri"/>
                <a:cs typeface="Calibri"/>
              </a:rPr>
              <a:t>Create a single page layout that balances aesthetics and functionality. Use an advanced python to use an algorithm that gives recommendations based on user interests.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GB" sz="1800" b="1" u="sng" dirty="0">
                <a:latin typeface="Calibri"/>
                <a:ea typeface="Calibri"/>
                <a:cs typeface="Calibri"/>
              </a:rPr>
              <a:t>Implementation</a:t>
            </a:r>
            <a:r>
              <a:rPr lang="en-GB" sz="1800" dirty="0">
                <a:latin typeface="Calibri"/>
                <a:ea typeface="Calibri"/>
                <a:cs typeface="Calibri"/>
              </a:rPr>
              <a:t>: Connect visual tools like buttons and text fields so that app responds to user action in real time.</a:t>
            </a:r>
            <a:endParaRPr lang="en-US" sz="1800" dirty="0">
              <a:latin typeface="Calibri"/>
              <a:ea typeface="Calibri"/>
              <a:cs typeface="Calibri"/>
            </a:endParaRPr>
          </a:p>
          <a:p>
            <a:pPr marL="285750" indent="-285750">
              <a:buChar char="•"/>
            </a:pPr>
            <a:r>
              <a:rPr lang="en-GB" sz="1800" b="1" u="sng" dirty="0">
                <a:latin typeface="Calibri"/>
                <a:ea typeface="Calibri"/>
                <a:cs typeface="Calibri"/>
              </a:rPr>
              <a:t>Optimisation</a:t>
            </a:r>
            <a:r>
              <a:rPr lang="en-GB" sz="1800" b="1" dirty="0">
                <a:latin typeface="Calibri"/>
                <a:ea typeface="Calibri"/>
                <a:cs typeface="Calibri"/>
              </a:rPr>
              <a:t>: </a:t>
            </a:r>
            <a:r>
              <a:rPr lang="en-GB" sz="1800" dirty="0">
                <a:latin typeface="Calibri"/>
                <a:ea typeface="Calibri"/>
                <a:cs typeface="Calibri"/>
              </a:rPr>
              <a:t>Conduct usability tests to identify challenges faced by users in advance so that the final launching product is smooth and user-friendly.</a:t>
            </a:r>
            <a:endParaRPr lang="en-US" sz="18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8428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935BB-59D8-8C37-1A29-BEAE2960D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0873E-DA66-7F11-140D-9A9F9E6F7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E14B8-5058-4271-B378-2217DE83796E}" type="datetime1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D699F-8ED9-3E25-616C-B259027D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170AF0-DD13-BAE4-A1F2-C299186E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898" y="1275144"/>
            <a:ext cx="9942409" cy="4305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3600" dirty="0">
              <a:ea typeface="+mn-lt"/>
              <a:cs typeface="+mn-lt"/>
            </a:endParaRPr>
          </a:p>
          <a:p>
            <a:pPr algn="ctr"/>
            <a:endParaRPr lang="en-US" sz="3600" dirty="0">
              <a:ea typeface="+mn-lt"/>
              <a:cs typeface="+mn-lt"/>
            </a:endParaRPr>
          </a:p>
          <a:p>
            <a:pPr algn="ctr"/>
            <a:r>
              <a:rPr lang="en-US" sz="3600" dirty="0">
                <a:ea typeface="+mn-lt"/>
                <a:cs typeface="+mn-lt"/>
              </a:rPr>
              <a:t>THANK YOU!</a:t>
            </a:r>
            <a:endParaRPr lang="en-US" sz="3600" dirty="0"/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2000" b="1" dirty="0">
              <a:ea typeface="+mn-lt"/>
              <a:cs typeface="+mn-lt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6363602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_win32_Liz_v4" id="{15E0A01B-C0A0-4E33-97EB-A34D3C451DCF}" vid="{FB8E1E66-9252-4554-A1C4-ACC82554D8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  <SharedWithUsers xmlns="16c05727-aa75-4e4a-9b5f-8a80a1165891">
      <UserInfo>
        <DisplayName/>
        <AccountId xsi:nil="true"/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60BF7B2-4A2B-4CA7-8150-68B962AD6E62}">
  <ds:schemaRefs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purl.org/dc/dcmitype/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B53938E-C8DA-4DDE-A937-0EA87B476A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7E2546-C5EB-442C-BCA8-1B0D17D6142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</Words>
  <Application>Microsoft Office PowerPoint</Application>
  <PresentationFormat>Widescreen</PresentationFormat>
  <Paragraphs>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Film burn</vt:lpstr>
      <vt:lpstr>Software Development </vt:lpstr>
      <vt:lpstr>Week 1 - Introduction to Software Development</vt:lpstr>
      <vt:lpstr>Week 2 - Version Control &amp; Collaboration</vt:lpstr>
      <vt:lpstr>Week 3 - Core Python Syntax</vt:lpstr>
      <vt:lpstr>Week  4 - Data Structures</vt:lpstr>
      <vt:lpstr>Week  5 - Python Libraries</vt:lpstr>
      <vt:lpstr>Week  6 - Modular Programming</vt:lpstr>
      <vt:lpstr>Week  7 - Control Flow and Logic</vt:lpstr>
      <vt:lpstr>Week  8 - Implementing Recursion</vt:lpstr>
      <vt:lpstr>Week  9 - Implementing Recursion</vt:lpstr>
      <vt:lpstr>Week  9 - Implementing Recursion</vt:lpstr>
      <vt:lpstr>Week  10 – SDLC analysis of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277</cp:revision>
  <dcterms:created xsi:type="dcterms:W3CDTF">2026-01-26T13:58:05Z</dcterms:created>
  <dcterms:modified xsi:type="dcterms:W3CDTF">2026-01-28T15:50:01Z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Order">
    <vt:r8>2365000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</Properties>
</file>